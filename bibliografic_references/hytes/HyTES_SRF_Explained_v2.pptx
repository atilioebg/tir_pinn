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0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1183-CA79-473C-A692-45B0C1E53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C4F27-56DC-4C37-AF4E-FA424479E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87515-B120-4DFE-AEFF-3193F1BF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73EE-3BC0-4A76-9AEA-0D2969DD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067B6-8FA7-4C15-BB6C-679AE6B4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7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95BE-CC99-41B8-9C5D-3795A77B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33ED5-9C30-49DB-BCAB-7534B981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54880-C9E7-442B-8976-7E80DF97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EEFF-C5F2-40F4-9A0D-08BD8BB0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9BAFF-DE43-4EF7-B031-83542913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7E5A-3491-42FE-A282-6BE7AD11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8C7D-FCB7-4996-8F5C-89D85EC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0B98B-13A5-4552-91C2-EFA1D2DC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C251-0C6A-4DFA-ADD3-E391BFCA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D3F3C-07D0-4F57-8CBD-6003B44D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4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CCCCE-7048-42E7-B857-B721B2D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E590-FF25-4F44-B871-3FAD0DE58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30E3B-AD00-40E1-8B8A-F5DFF701E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F7899-1427-4FA9-A60B-7FD8D102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88610-4B93-4A3E-9903-E340C909B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974FA-4D32-4B9C-ACB9-674743FC6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6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DA72-E28F-4B9B-998E-1CFEF6F4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9B592-530C-4747-BFCA-8E75FD39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DB4FC-C777-4AB3-B0DB-858842D9D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900C-B953-44FC-A0F8-7F797BBC5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B1DDA-63AE-4A85-8ABC-17CD060C8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F3F5E-8A35-4800-8AE3-E5331B97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0FCD5-2906-4A74-9C0A-A354A144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B1CE8-23C7-45BF-A0E7-7796A2AA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8639-4BDE-4E94-AD07-1B42FDE1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97BD9-6D68-4845-A96D-B6E8B994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FB03A-E8A1-4A3E-8380-5DB4F93B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94E35-A5CA-467F-927E-EF7056E9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306C9-6FF5-4667-917C-88502F67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1A7EA-29A9-4C97-AB98-83B4BF99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5EFD7-2ACE-43D2-AF03-A8BB153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0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5A57-8060-4656-B677-06CC523A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15ECB-4311-4079-ACA6-84D51C94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F0618-6F7B-4F40-A091-5DF2E163A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E7A66-BC38-4A96-9C13-93A07A48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A9219-89E6-49D7-A959-D9B9B59A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B9683-5EFC-4B63-B2F0-D0DEDFD9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0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AAA3-06F7-4423-9227-A05CB2E1B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DA7B2-4480-4D3B-AF58-6AC2F5CF4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88405-209B-4712-872E-6D64E54B0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03A96-081C-4868-91EA-EB2B4D9B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A585B-F997-44C1-B63D-0EE0EBC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58DDA-5604-41A6-A3ED-9865FA66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6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EBBF-4D9C-4038-8BA5-CFC96235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02D83-8F7D-4E70-AE3E-740242DD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D37F-F2C1-4870-83AB-CAA6E6C3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E3E5F-3070-4D27-AB16-D889C9EE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9EC0-C40D-48D1-A99A-02F01C45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8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7FDF8-4448-4245-A17A-48A28220A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6B18A-004D-4BE9-B53B-C5C925269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BD81-EFCB-40D2-920A-A3E0EFCE5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92DE5-867F-4A71-A2CF-623C2E1C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7C152-A740-4DF8-9D96-05CD1110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2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24C3C-5814-42B8-B956-9A7639FB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3829E-7869-4CED-9010-E2548A581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B9678-D647-4BC1-AF92-9C6DF0EE8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C648-ADC2-4847-98C7-04617F426352}" type="datetimeFigureOut">
              <a:rPr lang="en-US" smtClean="0"/>
              <a:t>9/25/19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ABA53-360A-41EE-B163-B939D9F4A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D381A-02C9-4DAA-AAB7-1823B380E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735E4-14A1-4E46-A2DD-D783AC5D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8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01ACED3-0498-4507-A029-02324F8C0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2000" cy="5303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46743F-6586-9947-9553-7C27AD903B2C}"/>
              </a:ext>
            </a:extLst>
          </p:cNvPr>
          <p:cNvSpPr txBox="1"/>
          <p:nvPr/>
        </p:nvSpPr>
        <p:spPr>
          <a:xfrm>
            <a:off x="3287950" y="6055707"/>
            <a:ext cx="174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X-axis</a:t>
            </a:r>
          </a:p>
          <a:p>
            <a:pPr algn="ctr"/>
            <a:r>
              <a:rPr lang="en-US" dirty="0" err="1"/>
              <a:t>HyTES_WMX</a:t>
            </a:r>
            <a:r>
              <a:rPr lang="en-US" dirty="0"/>
              <a:t>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7B275-6FF7-F748-98E2-1E88316C6D1A}"/>
              </a:ext>
            </a:extLst>
          </p:cNvPr>
          <p:cNvSpPr txBox="1"/>
          <p:nvPr/>
        </p:nvSpPr>
        <p:spPr>
          <a:xfrm>
            <a:off x="440520" y="6080760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Y-axis</a:t>
            </a:r>
          </a:p>
          <a:p>
            <a:pPr algn="ctr"/>
            <a:r>
              <a:rPr lang="en-US" dirty="0" err="1"/>
              <a:t>HyTES_SRF</a:t>
            </a:r>
            <a:r>
              <a:rPr lang="en-US" dirty="0"/>
              <a:t>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749E2-8334-824E-AF86-1C2832872F61}"/>
              </a:ext>
            </a:extLst>
          </p:cNvPr>
          <p:cNvSpPr txBox="1"/>
          <p:nvPr/>
        </p:nvSpPr>
        <p:spPr>
          <a:xfrm>
            <a:off x="5768502" y="6332706"/>
            <a:ext cx="604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all 256 bands/channels to generate 256 SRF for </a:t>
            </a:r>
            <a:r>
              <a:rPr lang="en-US"/>
              <a:t>each band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61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William R (389W)</dc:creator>
  <cp:lastModifiedBy>Microsoft Office User</cp:lastModifiedBy>
  <cp:revision>8</cp:revision>
  <dcterms:created xsi:type="dcterms:W3CDTF">2019-09-18T21:06:31Z</dcterms:created>
  <dcterms:modified xsi:type="dcterms:W3CDTF">2019-09-25T15:24:56Z</dcterms:modified>
</cp:coreProperties>
</file>